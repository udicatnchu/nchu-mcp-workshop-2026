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51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MCP Works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架構、協定與連線機制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入門工作坊  ｜  第二講（50 min）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國立中興大學  ·  AI 學伴系統實務案例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371600" cy="36576"/>
          </a:xfrm>
          <a:prstGeom prst="rect">
            <a:avLst/>
          </a:prstGeom>
          <a:solidFill>
            <a:srgbClr val="E879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本講大綱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通訊協定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533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vs JSON-RPC，為什麼 MCP 選 JSON-RPC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生命週期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677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→ initialize → ready → shutdown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註冊與描述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821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Schema、description 如何影響 LLM 選擇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整合機制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965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工具清單如何注入 LLM 的 system prompt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通訊協定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 vs  JSON-RPC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vs JSON-RPC — 一張表看懂差異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2468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核心概念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資源（URL + HTTP 動詞）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動作（method 欄位）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每個資源一個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單一入口，靠 method 區分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傳輸層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綁定 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不綁定（stdio / HTTP / WS）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語意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操作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呼叫函式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範例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/books?keyword=AI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method: "search_books" 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3794760"/>
            <a:ext cx="7863840" cy="5943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選 JSON-RPC 的原因：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傳輸層不綁 HTTP（可用 stdio），語意是「呼叫工具」而非「操作資源」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— 每個資源有自己的路徑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20040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4300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搜尋書籍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/api/books?keyword=AI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library.nchu.edu.tw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新增一本書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/api/books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"title": "深度學習入門", "author": "..." }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刪除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/api/books/123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三個不同的 URL path + 三個不同的 HTTP method，必須透過 HTTP
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JSON-RPC — 單一入口，靠 method 區分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20040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4300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搜尋書籍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"jsonrpc": "2.0",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"search_books",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 "keyword": "AI" },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 }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新增一本書 — 同一個入口，換 method 就好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"jsonrpc": "2.0",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"create_book",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 "title": "深度學習入門" },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 }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不需要 HTTP、不需要 URL — 可以透過 stdio 傳送！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JSON-RPC 2.0 的三種訊息類型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37744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Client → Server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帶有 id 欄位
期待回應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method: "tools/call",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params: {...},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1 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377440" cy="338328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Server → Client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帶有相同 id
回傳 result 或 error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result: {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content: [...]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1 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51560"/>
            <a:ext cx="2377440" cy="3383280"/>
          </a:xfrm>
          <a:prstGeom prst="rect">
            <a:avLst/>
          </a:prstGeom>
          <a:solidFill>
            <a:srgbClr val="E8793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任一方向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E0CC"/>
                </a:solidFill>
              </a:rPr>
              <a:t>沒有 id 欄位
不期待回應（fire &amp; forget）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method: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"notifications/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initialized" 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生命週期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  →  initialize  →  ready  →  shutdown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Server 的四個階段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645920" cy="146304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啟動子程序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（Python / Node）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793A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645920" cy="14630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交換版本與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554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793A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645920" cy="146304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工具已註冊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開始接受請求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793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37960" y="1188720"/>
            <a:ext cx="1645920" cy="1463040"/>
          </a:xfrm>
          <a:prstGeom prst="rect">
            <a:avLst/>
          </a:prstGeom>
          <a:solidFill>
            <a:srgbClr val="8899A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送出關閉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子程序結束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926080"/>
            <a:ext cx="7863840" cy="182880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0632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config.json — 定義如何 spawn 每個 MCP Server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"mcpServers": {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"library": {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"python",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["${NCHU_MODULES_PATH}/library/server.py"]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} }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Python 子程序，透過 stdio 通訊；Client 啟動時自動 spawn
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initialize 握手 — 交換 capabilities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657600" cy="18288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→ Server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"method": "initialize",
  "params": {
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"protocolVersion": "2024-11-05",
    "capabilities": {}
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"id": 1 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657600" cy="182880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→ 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"result": {
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"protocolVersion": "2024-11-05",
    "capabilities": {
      "tools": { "listChanged": true }
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"id": 1 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0" y="13716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8793A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握手完成後，Client 送出 notification：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"method": "notifications/initialized"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id → 單向通知，不期待回應。接下來 Client 呼叫 tools/list 取得工具清單。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切換到互動動畫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mcp-connection-animation.html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展示重點：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1. spawn 子程序的實際流程（config.json → child_process.spawn）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2. initialize 握手的 JSON-RPC 訊息往返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3. notifications/initialized 通知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4. tools/list 載入工具清單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5. isConnected = true 的判定時機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註冊與描述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 ·  description  ·  LLM 的唯一線索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tools/list — Server 回傳工具定義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47472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4300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 發送 tools/list request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"method": "tools/list", "id": 2 }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回傳所有可用工具（興大系統共 33 個）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"result": { "tools": [{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"search_library_books",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"搜尋中興大學圖書館的館藏書籍，支援關鍵字查詢",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"inputSchema": {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"keyword": { "type": "string", "description": "搜尋關鍵字" }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 "required": ["keyword"]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{ "name": "get_department_courses", ... }, // ...共 33 個
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}, "id": 2 }
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每個 Tool 的三個關鍵欄位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645920" cy="9601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工具的唯一識別名稱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在 tool_use 回傳時引用這個名稱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"search_library_books"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645920" cy="9601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317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自然語言描述工具的用途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 LLM 判斷「要不要用」的最重要依據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"搜尋中興大學圖書館的館藏書籍"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645920" cy="960120"/>
          </a:xfrm>
          <a:prstGeom prst="rect">
            <a:avLst/>
          </a:prstGeom>
          <a:solidFill>
            <a:srgbClr val="1C729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566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inputSchema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定義參數格式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據此產生正確的 arguments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"object", properties: {...} 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description 寫得好不好，決定 LLM 選不選得對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1645920"/>
          </a:xfrm>
          <a:prstGeom prst="rect">
            <a:avLst/>
          </a:prstGeom>
          <a:solidFill>
            <a:srgbClr val="C44E5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 模糊的 description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"搜尋課程"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問題：有 8 個課程相關工具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（關鍵字 / 系所 / 教師 / 類型…）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分不清楚要用哪一個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657600" cy="1645920"/>
          </a:xfrm>
          <a:prstGeom prst="rect">
            <a:avLst/>
          </a:prstGeom>
          <a:solidFill>
            <a:srgbClr val="2E8B5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精確的 description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"依系所代碼查詢該系所的
 所有課程，回傳課程名稱、
 學分數、授課教師"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0F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一看就知道：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0F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「電機系有哪些課」→ 用這個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863840" cy="13716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632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關鍵洞察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從來不會直接接觸 MCP Server。
它看到的就只有 name + description + inputSchema 這三個欄位的文字。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description 的品質 = 工具被正確使用的機率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整合機制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工具清單如何餵給 LLM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工具清單 → LLM 的 tools 參數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286000" cy="7315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793A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0" y="1051560"/>
            <a:ext cx="2286000" cy="73152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收集工具清單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793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2286000" cy="731520"/>
          </a:xfrm>
          <a:prstGeom prst="rect">
            <a:avLst/>
          </a:prstGeom>
          <a:solidFill>
            <a:srgbClr val="E8793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051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轉換 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呼叫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7863840" cy="256032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24028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raw-mcp-client.js — 呼叫 Claude API 時注入工具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anthropic.messages.create({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"claude-sonnet-4-20250514",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conversationHistory,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tools: allMcpTools.map(t =&gt; ({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t.name,              // 來自 MCP Server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t.description, // 來自 MCP Server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input_schema: t.inputSchema // 來自 MCP Server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
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眼中的世界 — 只看到工具描述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029200" cy="338328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看到的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tools: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search_library_books
</a:t>
            </a: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搜尋圖書館館藏書籍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get_department_courses
</a:t>
            </a: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依系所代碼查詢課程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search_teachers
</a:t>
            </a: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搜尋教師資訊與研究
</a:t>
            </a: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共 33 個
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1051560"/>
            <a:ext cx="2560320" cy="3383280"/>
          </a:xfrm>
          <a:prstGeom prst="rect">
            <a:avLst/>
          </a:prstGeom>
          <a:solidFill>
            <a:srgbClr val="3A3A4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4E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看不到的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4630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Server 怎麼啟動的
✕ Server 用什麼語言
✕ 資料庫連線方式
✕ 網路拓撲
✕ 認證機制
✕ JSON-RPC 細節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切換到互動動畫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mcp-architecture-animation.html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展示重點：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1. Host → Client → Server → Tool 四層架構的完整互動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2. 使用者提問後，LLM 如何透過 Client 呼叫 Server 的工具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3. 工具執行結果如何回傳給 LLM 整合成最終回覆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4. 對照剛剛學到的 JSON-RPC 格式，看實際訊息往返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本講重點回顧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0515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用 JSON-RPC 2.0 通訊 — 不綁 HTTP，支援 stdio / WebSocket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生命週期四階段：spawn → initialize → ready → shutdown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Tool 由 name / description / inputSchema 三個欄位定義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的品質直接決定 LLM 能否正確選用工具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把所有工具定義轉換後注入 LLM API 的 tools 參數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下一講預告：Agentic Tool Loop — 讓 AI 自己決定用什麼工具、用幾次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1295</Words>
  <Application>Microsoft Macintosh PowerPoint</Application>
  <PresentationFormat>如螢幕大小 (16:9)</PresentationFormat>
  <Paragraphs>244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MCP Works</dc:title>
  <dc:subject>PptxGenJS Presentation</dc:subject>
  <dc:creator>NCHU MCP Workshop</dc:creator>
  <cp:lastModifiedBy>耀中 范</cp:lastModifiedBy>
  <cp:revision>2</cp:revision>
  <dcterms:created xsi:type="dcterms:W3CDTF">2026-04-10T01:18:22Z</dcterms:created>
  <dcterms:modified xsi:type="dcterms:W3CDTF">2026-04-21T09:11:28Z</dcterms:modified>
</cp:coreProperties>
</file>