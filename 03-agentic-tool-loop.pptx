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Tool Loop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46304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如何自主決策、呼叫工具、迭代推理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63040" y="3291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入門工作坊  ｜  第三講（50 min）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國立中興大學  ·  AI 學伴系統實務案例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本講大綱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 Agentic Tool Loop？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LLM vs 自主代理，迴圈的核心概念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261872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tool_use 與 tool_result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的工具呼叫機制與訊息格式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76272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7160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迭代控制機制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maxIterations、強制回覆、metadata 追蹤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090672"/>
            <a:ext cx="411480" cy="411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+ Running Example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716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現場操作，搭配動畫逐步解說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00507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4592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 Agentic Tool Loop？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從「被動回答」到「主動行動」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傳統 LLM vs Agentic LLM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傳統 LLM — 單輪問答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使用者 →  提問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 →  回答（僅根據訓練資料）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結束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無法存取外部資料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無法執行動作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一次互動就結束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LLM — 多輪迭代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使用者 →  提問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 →  分析 → 選工具 → 呼叫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   →  回傳結果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 →  再分析 → 可能再呼叫...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 →  整合回覆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自主決策、多輪迭代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存取外部系統、執行動作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Tool Loop 概念圖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828800"/>
            <a:ext cx="1188720" cy="822960"/>
          </a:xfrm>
          <a:prstGeom prst="rect">
            <a:avLst/>
          </a:prstGeom>
          <a:solidFill>
            <a:srgbClr val="E6F1F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8288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44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44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1188720" cy="822960"/>
          </a:xfrm>
          <a:prstGeom prst="rect">
            <a:avLst/>
          </a:prstGeom>
          <a:solidFill>
            <a:srgbClr val="EEEDF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8288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1188720" cy="822960"/>
          </a:xfrm>
          <a:prstGeom prst="rect">
            <a:avLst/>
          </a:prstGeom>
          <a:solidFill>
            <a:srgbClr val="FBEA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288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22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22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1371600" cy="8229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stop_reason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224028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24028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4028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188720"/>
            <a:ext cx="1371600" cy="640080"/>
          </a:xfrm>
          <a:prstGeom prst="rect">
            <a:avLst/>
          </a:prstGeom>
          <a:solidFill>
            <a:srgbClr val="E879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tool_use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103120"/>
            <a:ext cx="1371600" cy="64008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566160"/>
            <a:ext cx="137160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end_turn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365760" cy="0"/>
          </a:xfrm>
          <a:prstGeom prst="line">
            <a:avLst/>
          </a:prstGeom>
          <a:noFill/>
          <a:ln w="25400">
            <a:solidFill>
              <a:srgbClr val="E879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828800"/>
            <a:ext cx="0" cy="274320"/>
          </a:xfrm>
          <a:prstGeom prst="line">
            <a:avLst/>
          </a:prstGeom>
          <a:noFill/>
          <a:ln w="25400">
            <a:solidFill>
              <a:srgbClr val="E879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追加 tool_result 到 messages，回到 LLM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3246120"/>
            <a:ext cx="5577840" cy="0"/>
          </a:xfrm>
          <a:prstGeom prst="line">
            <a:avLst/>
          </a:prstGeom>
          <a:noFill/>
          <a:ln w="19050">
            <a:solidFill>
              <a:srgbClr val="E8793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309360" y="2560320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2560320"/>
            <a:ext cx="0" cy="100584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234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stop_reason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"tool_use"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stop_reason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"end_turn"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每一輪稱為一個 iteration，最多執行 maxIterations（預設 7）輪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4592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tool_use 與 tool_result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的工具呼叫與回傳機制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stop_reason — 迴圈的關鍵判斷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"end_turn"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模型認為已可回覆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結束迴圈，回傳最終回覆給使用者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"tool_use"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模型需要呼叫工具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執行工具 → 追加結果 → 進入下一輪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"max_tokens"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回覆被截斷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611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視為完成或觸發錯誤處理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核心邏輯：while (stop_reason === "tool_use" &amp;&amp; iteration &lt; maxIterations) { ... 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tool_use — LLM 的工具呼叫指令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LLM 決定呼叫工具時，response.content 中會包含 tool_use block：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Claude API response.content 陣列中的一個 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"tool_use",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"toolu_01A09q90qw90lq917835lq9",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"search_library_books",     // MCP 工具名稱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"input": {                          // LLM 自動產生的參數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"keyword": "人工智慧",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"limit":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41732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417320"/>
            <a:ext cx="54864" cy="640080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固定為 "tool_use"，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標識這是工具呼叫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10312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2103120"/>
            <a:ext cx="54864" cy="640080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唯一識別碼，後續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tool_result 必須對應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2743200"/>
            <a:ext cx="54864" cy="640080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MCP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註冊的工具名稱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38328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3383280"/>
            <a:ext cx="54864" cy="640080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根據 JSON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自動生成的參數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tool_result — 工具執行結果回傳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執行 MCP 工具後，將結果以 user 角色追加到 messages：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追加到 messages 陣列中（role: "user"）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[{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"tool_result",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"tool_use_id": "toolu_01A09q90qw90lq917835lq9",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[{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"text",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"[{\"title\":\"深度學習入門\"},...]"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"is_error":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5040" y="137160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37160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tool_use_id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必須與 tool_use 的 id 一致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210312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工具的實際回傳值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（JSON 序列化為 text）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92608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時 LLM 會嘗試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錯誤處理或換一個工具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重點：tool_result 以 user 角色送回 — 因為從 LLM 視角，這是「外界提供的新資訊」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Messages 陣列的成長過程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498080" cy="62179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621792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Prompt（角色設定 + 注入資訊）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7498080" cy="621792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01368"/>
            <a:ext cx="54864" cy="621792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8470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中興大學圖書館有什麼新書？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7498080" cy="621792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51176"/>
            <a:ext cx="54864" cy="621792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96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59689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我需要查詢... + tool_use: search_new_books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642616"/>
            <a:ext cx="6400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6426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1 輪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7498080" cy="62179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00984"/>
            <a:ext cx="54864" cy="621792"/>
          </a:xfrm>
          <a:prstGeom prst="rect">
            <a:avLst/>
          </a:prstGeom>
          <a:solidFill>
            <a:srgbClr val="7C4D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34670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tool_result: [{"title":"深度學習入門",...}]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7498080" cy="621792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050792"/>
            <a:ext cx="54864" cy="621792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96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40965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以下是圖書館最新書籍：1.《深度學習入門》...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142232"/>
            <a:ext cx="6400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4142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2 輪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每一輪迭代都會追加 assistant + user(tool_result) — Messages 陣列持續增長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一輪中呼叫多個工具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的 response.content 可以同時包含多個 tool_use block — 平行執行！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response.content =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type: "text", text: "讓我同時查詢課程和圖書資訊..."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type: "tool_use", name: "search_courses",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"toolu_001", input: { keyword: "AI" }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type: "tool_use", name: "search_library_books",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"toolu_002", input: { keyword: "AI" }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 端收集所有 tool_use：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toolCalls = response.content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.filter(c =&gt; c.type === "tool_use");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依序執行每個工具，收集結果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興大 AI 學伴：「幫我查 AI 課程和相關書籍」→ 一輪同時呼叫 search_courses + search_library_books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4592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迭代控制機制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maxIterations · 強制回覆 · Metadata 追蹤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chatWithStreaming() — 核心迴圈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114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chatWithStreaming(messages, options)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maxIterations = options.maxIterations || 7;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iteration = 0;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(iteration &lt; maxIterations)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iteration++;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最後一輪？注入強制回覆提示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(iteration === maxIterations)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messages.push({ role: "user",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content: "這是最後一輪，請直接回覆..."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await callLLM(messages, tools);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toolCalls = response.content.filter(c =&gt; c.type === "tool_use");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(toolCalls.length === 0) break;  // end_turn → 結束迴圈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executeTools(toolCalls);  // 執行 MCP 工具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messages.push(assistantMsg, toolResultMsg); // 追加結果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maxIterations 與強制回覆機制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0116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問題：無限迴圈風險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可能不斷呼叫工具而永遠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不回覆使用者，造成：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成本無限增長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回應時間過長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使用者體驗極差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201168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64008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解法：maxIterations = 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463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設定最大迭代次數上限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輪（最後一輪）時注入臨時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強制模型停止使用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工具，直接整理回覆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(iteration === maxIterations)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messagesForRequest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...currentMessages,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role: 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content: "注意：這是最後一輪回應，"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"請不要再使用任何工具，"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"直接根據工具回傳的資料"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"整理出結構化的 Markdown 回覆。"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Metadata 追蹤 — 不污染 Messages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問題：每輪的 stop_reason 和 token usage 需要追蹤，但不能放進 messages（否則送回 API 會出錯）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messages[]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messageStopReasons[]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messageUsages[]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1645920" cy="6400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(tool_use)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834640"/>
            <a:ext cx="1645920" cy="50292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"tool_use"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749040"/>
            <a:ext cx="1645920" cy="594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in: 850,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out: 120 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1645920" cy="6400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(tool_result)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834640"/>
            <a:ext cx="1645920" cy="50292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3749040"/>
            <a:ext cx="1645920" cy="594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645920" cy="6400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(end_turn)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2834640"/>
            <a:ext cx="1645920" cy="50292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"end_turn"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3749040"/>
            <a:ext cx="1645920" cy="594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in: 1200,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out: 350 }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2011680"/>
            <a:ext cx="0" cy="82296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023360" y="3337560"/>
            <a:ext cx="0" cy="41148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943600" y="2011680"/>
            <a:ext cx="0" cy="82296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943600" y="3337560"/>
            <a:ext cx="0" cy="41148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863840" y="2011680"/>
            <a:ext cx="0" cy="82296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863840" y="3337560"/>
            <a:ext cx="0" cy="41148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平行陣列模式：索引對齊，結構分離 — 乾淨且不影響 API 呼叫格式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串流 — 即時回饋使用者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 agentic loop 過程中，透過 Server-Sent Events 逐步通知前端：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thinking_start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N 輪思考中...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每輪開始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385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tools_start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938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開始執行工具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9385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偵測到 tool_use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054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tool_executing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5054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正在執行 search_books...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5054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每個工具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8229600" cy="4754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72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tool_completed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0723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工具完成，取得結果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0723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8229600" cy="475488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393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text_chunk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6393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逐字回傳最終文字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6393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最後回覆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062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206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串流結束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2062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全部完成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前端接收格式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{"type":"tool_executing","data":{"name":"search_books"}}\n\n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{"type":"text_chunk","data":"以下是搜尋結果..."}\n\n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4592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+ Running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搭配動畫與逐步簡報，完整走過一次查詢流程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切換到逐步簡報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sonnet-running-example.pptx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展示重點：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1-3：使用者提問 → Controller → 建立 messages 陣列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898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4-5：第 1 輪 — 送往 Sonnet → 回傳 tool_use block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32826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6：MCP 工具執行（auto-inject user_id）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36667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7-8：第 2 輪 — 帶結果回 Sonnet → end_turn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9：SSE 串流回傳完整回覆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切換到互動動畫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sonnet-flow-running-example.html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展示重點：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即時觀察 messages 陣列如何隨迭代增長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898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→ tool_result 的資料流動（可暫停 / 步進）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32826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的 iteration 計數器視覺化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36667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從 tool_use 變為 end_turn 的轉折點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事件時序：thinking → tool → text_chunk → done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本講回顧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= 自主決策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801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不只回答問題，還能判斷需要什麼資訊、主動呼叫工具取得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tool_use / tool_result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28016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的核心機制 — stop_reason 驅動整個迴圈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maxIterations 安全閥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28016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 7 輪上限 + 最後一輪強制回覆，平衡能力與安全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即時串流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2801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每個步驟（思考、執行工具、回覆）都即時通知前端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下一講：實務考量 — 多模型 fallback、Haiku Alignment 優化、工具分類管理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Tool Loop — MCP 入門工作坊第三講</dc:title>
  <dc:subject>PptxGenJS Presentation</dc:subject>
  <dc:creator>Yao-Chung</dc:creator>
  <cp:lastModifiedBy>Yao-Chung</cp:lastModifiedBy>
  <cp:revision>1</cp:revision>
  <dcterms:created xsi:type="dcterms:W3CDTF">2026-04-10T07:58:33Z</dcterms:created>
  <dcterms:modified xsi:type="dcterms:W3CDTF">2026-04-10T07:58:33Z</dcterms:modified>
</cp:coreProperties>
</file>