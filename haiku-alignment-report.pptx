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Haiku Alignment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優化報告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Claude Sonnet 到 Claude Haiku — 以 Few-shot Alignment 維持品質、降低 73% 成本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621792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NCHU Claude MCP Client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5836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成本節省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優化目標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64008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783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將基底模型從 Claude Sonnet 切換至 Claude Haiku，降低 token 開銷，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同時透過 few-shot alignment 和格式規範維持回覆品質。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2377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880360"/>
            <a:ext cx="2377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$0.80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00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$3.00 / 1M tokens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降低成本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input token 價格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 Sonnet 的 27%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37560" y="2880360"/>
            <a:ext cx="2377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2880360"/>
            <a:ext cx="2377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3,200+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3375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筆歷史 Trace 檢索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204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維持品質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52044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範例引導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工具選擇與回覆格式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2880360"/>
            <a:ext cx="23774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2880360"/>
            <a:ext cx="2377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0350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類回覆格式規範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792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五大分類格式模板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 Markdown 回覆一致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請求處理流程對比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原始流程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1920240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Query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304288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304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ChatController（注入時間 + 登入狀態）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688336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raw-mcp-client.js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3072384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ClaudeClient (claude-client.js)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3456432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Prompt = 靜態 config prompt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" y="3840480"/>
            <a:ext cx="338328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Claude Sonnet API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4224528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回覆直接串流給用戶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新流程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029200" y="1920240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0" y="2304288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6"/>
          <p:cNvSpPr/>
          <p:nvPr/>
        </p:nvSpPr>
        <p:spPr>
          <a:xfrm>
            <a:off x="5120640" y="2304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ChatController（注入時間 + 登入狀態）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0" y="2688336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8"/>
          <p:cNvSpPr/>
          <p:nvPr/>
        </p:nvSpPr>
        <p:spPr>
          <a:xfrm>
            <a:off x="512064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raw-mcp-client.js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0" y="3072384"/>
            <a:ext cx="3383280" cy="29260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120640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ClaudeClient (claude-client-aligned.js)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29200" y="3456432"/>
            <a:ext cx="3383280" cy="29260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5" name="Text 32"/>
          <p:cNvSpPr/>
          <p:nvPr/>
        </p:nvSpPr>
        <p:spPr>
          <a:xfrm>
            <a:off x="512064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AlignmentMiddleware.enrichSystemPrompt()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29200" y="3840480"/>
            <a:ext cx="3383280" cy="29260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7" name="Text 34"/>
          <p:cNvSpPr/>
          <p:nvPr/>
        </p:nvSpPr>
        <p:spPr>
          <a:xfrm>
            <a:off x="512064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API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029200" y="4224528"/>
            <a:ext cx="3383280" cy="2926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6"/>
          <p:cNvSpPr/>
          <p:nvPr/>
        </p:nvSpPr>
        <p:spPr>
          <a:xfrm>
            <a:off x="512064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回覆直接串流給用戶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2920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綠色 = 新增或變更的元件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 組成對比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層次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基礎角色設定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config.json 靜態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同左（不變）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時間/登入資訊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ChatController 注入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同左（不變）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工具選擇規則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ALIGNMENT_RULES（4 條核心規則）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回覆格式規範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中幾句模糊指示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RESPONSE_FORMAT_RULES（五類模板）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範例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從歷史 trace 檢索 top-9 相似範例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無聊偵測注入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有（ChatService）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同左（不變）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4434840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新流程在不改變既有架構的前提下，增加了三層品質保護：工具選擇規則、格式規範、Few-shot 範例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新增元件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AlignmentMiddleware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api/alignment-middleware.js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0" y="1280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從歷史 trace 檢索相似範例，支援 keyword / embedding / hybrid 三種檢索模式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98424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84248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ClaudeClient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api/claude-client-aligned.js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2029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在每次 API 呼叫前透過 middleware 動態豐富 system prompt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73405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734056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格式規範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config/response-format-rules.js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74720" y="2779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定義書籍、課程、活動、人員、法規五大分類的 Markdown 格式模板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48386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483864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529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資料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31520" y="3803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data/nchu_traces/*.jsonl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74720" y="35295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3,207 筆正例 + 876 筆負例，作為 few-shot 檢索來源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23367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233672"/>
            <a:ext cx="54864" cy="6583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快取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31520" y="4553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data/nchu_traces/_embeddings_cache.json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預計算的語義向量，避免每次啟動重新計算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品質保護機制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4572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88920" y="15544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847088"/>
            <a:ext cx="4572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847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/ Keyword 相似度檢索 (3,200+ traces)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88920" y="22128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505456"/>
            <a:ext cx="45720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5054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System Prompt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88920" y="28712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163824"/>
            <a:ext cx="4572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163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Agentic Loop（最多 7 輪）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8920" y="35295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822192"/>
            <a:ext cx="45720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8221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最後一輪格式化提示（5 點 Markdown 要求）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88920" y="41879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4572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480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Prompt 三層結構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0" y="1691640"/>
            <a:ext cx="31089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2"/>
          <p:cNvSpPr/>
          <p:nvPr/>
        </p:nvSpPr>
        <p:spPr>
          <a:xfrm>
            <a:off x="5669280" y="1691640"/>
            <a:ext cx="54864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585216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ALIGNMENT_RULES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5216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工具選擇正確性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選對工具、填對參數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0" y="2743200"/>
            <a:ext cx="31089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0" y="27432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585216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RESPONSE_FORMAT_RULES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85216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回覆格式品質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標題/列表/圖片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669280" y="3794760"/>
            <a:ext cx="31089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0" y="3794760"/>
            <a:ext cx="54864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1"/>
          <p:cNvSpPr/>
          <p:nvPr/>
        </p:nvSpPr>
        <p:spPr>
          <a:xfrm>
            <a:off x="585216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Top-9 Few-shot Examples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85216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具體示範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tool_calls 配對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成本影響分析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 費用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417320"/>
            <a:ext cx="18288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1M tokens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1417320"/>
            <a:ext cx="1828800" cy="1280160"/>
          </a:xfrm>
          <a:prstGeom prst="rect">
            <a:avLst/>
          </a:prstGeom>
          <a:solidFill>
            <a:srgbClr val="042F2E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$0.80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6751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1M tokens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383280"/>
            <a:ext cx="25603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格式規範額外 token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~300 tokens/request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436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五大分類模板注入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9184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91840" y="3383280"/>
            <a:ext cx="25603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2"/>
          <p:cNvSpPr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範例額外 token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290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~1,200 tokens/request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4290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Top-9 相似範例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2648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26480" y="3383280"/>
            <a:ext cx="25603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每次請求額外成本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636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~$0.0012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2636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可忽略不計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模型與備援配置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新流程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備援順序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ollama → 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→ ollama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 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硬編碼 claude-sonnet-4-20250514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config.claudeModel[0]（統一控管）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最後一輪提示對比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57200" y="40690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8580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「不要用工具，直接回覆」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40690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406908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0"/>
          <p:cNvSpPr/>
          <p:nvPr/>
        </p:nvSpPr>
        <p:spPr>
          <a:xfrm>
            <a:off x="498348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新流程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8348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「不要用工具，整理出結構化 Markdown 回覆」+ 5 點格式要求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已知限制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1417320"/>
            <a:ext cx="7315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多語系影響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資料和格式規範皆為中文，非中文使用者（英/日/越/泰）的 few-shot 匹配率較低，且中文規則可能影響回覆語言一致性。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688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0" y="260604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2560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工具選擇差異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選擇的工具與 Sonnet 不完全一致，但方向通常正確（選了不同但合理的替代工具）。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0" y="379476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" y="3749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 Controller 未套用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 / QuickQuestionController 仍使用原版 claude-client.js（無 alignment 注入），因其為後台管理功能，不需要 few-shot 引導。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總結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成本節省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 費用大幅降低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範例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alignment 品質基礎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971800"/>
            <a:ext cx="54864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類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格式規範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書籍/課程/活動/人員/法規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971800"/>
            <a:ext cx="54864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輪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983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最大工具呼叫迭代次數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NCHU Claude MCP Client — Haiku Alignment 優化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Haiku Alignment 優化報告</dc:title>
  <dc:subject>PptxGenJS Presentation</dc:subject>
  <dc:creator>Yao-Chung</dc:creator>
  <cp:lastModifiedBy>Yao-Chung</cp:lastModifiedBy>
  <cp:revision>1</cp:revision>
  <dcterms:created xsi:type="dcterms:W3CDTF">2026-03-30T02:28:08Z</dcterms:created>
  <dcterms:modified xsi:type="dcterms:W3CDTF">2026-03-30T02:28:08Z</dcterms:modified>
</cp:coreProperties>
</file>